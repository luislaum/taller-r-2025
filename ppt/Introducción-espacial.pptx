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handoutMasterIdLst>
    <p:handoutMasterId r:id="rId15"/>
  </p:handoutMasterIdLst>
  <p:sldIdLst>
    <p:sldId id="348" r:id="rId2"/>
    <p:sldId id="349" r:id="rId3"/>
    <p:sldId id="350" r:id="rId4"/>
    <p:sldId id="351" r:id="rId5"/>
    <p:sldId id="359" r:id="rId6"/>
    <p:sldId id="347" r:id="rId7"/>
    <p:sldId id="352" r:id="rId8"/>
    <p:sldId id="353" r:id="rId9"/>
    <p:sldId id="356" r:id="rId10"/>
    <p:sldId id="354" r:id="rId11"/>
    <p:sldId id="357" r:id="rId12"/>
    <p:sldId id="35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9E39"/>
    <a:srgbClr val="FFA3A3"/>
    <a:srgbClr val="E7EAFF"/>
    <a:srgbClr val="C9CFFF"/>
    <a:srgbClr val="87B14E"/>
    <a:srgbClr val="C4E59F"/>
    <a:srgbClr val="A7EF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76" autoAdjust="0"/>
    <p:restoredTop sz="88375" autoAdjust="0"/>
  </p:normalViewPr>
  <p:slideViewPr>
    <p:cSldViewPr snapToGrid="0">
      <p:cViewPr varScale="1">
        <p:scale>
          <a:sx n="107" d="100"/>
          <a:sy n="107" d="100"/>
        </p:scale>
        <p:origin x="88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71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0AA4711-97EF-C510-C2E5-A16355A0FA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2039CB-10FE-901C-A8B5-7120C6BAAA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80BBB-599E-4F47-9F4E-FAA4024FADFA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C4DAD72-C9AE-4907-068B-2087AFB04F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EC295A-E0BB-743A-DB11-FCD4BB7CEE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6F268-B7BF-49FD-9C7D-D9DFFCF4F60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8816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B95A6-5AA0-4F60-A0AE-27AF9AF077A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6F041-47A1-40B1-AAE2-FCC531DA14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902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5399" y="6394450"/>
            <a:ext cx="12255500" cy="5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60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62269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642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805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461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1553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2773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098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6987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572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868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E0685D4-235B-494C-A4DD-7325741F22E7}" type="datetimeFigureOut">
              <a:rPr lang="es-PE" smtClean="0"/>
              <a:t>17/10/2025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BECAB26-DE82-4694-A8D2-A346F2EEB20C}" type="slidenum">
              <a:rPr lang="es-PE" smtClean="0"/>
              <a:t>‹Nº›</a:t>
            </a:fld>
            <a:endParaRPr lang="es-P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52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hyperlink" Target="https://coastwatch.pfeg.noaa.gov/erddap/index.html" TargetMode="Externa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C5773-F80D-734A-E4A7-4813E95ADF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/>
              <a:t>Análisis espacial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8A601D-1E59-30AC-12B3-A4CDF5A4A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911562"/>
          </a:xfrm>
        </p:spPr>
        <p:txBody>
          <a:bodyPr>
            <a:normAutofit/>
          </a:bodyPr>
          <a:lstStyle/>
          <a:p>
            <a:r>
              <a:rPr lang="es-PE" dirty="0">
                <a:latin typeface="+mn-lt"/>
              </a:rPr>
              <a:t>Descarga de </a:t>
            </a:r>
            <a:r>
              <a:rPr lang="es-PE" b="1" dirty="0"/>
              <a:t>información ambiental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FD630A9-0B04-1783-3372-EA3647A53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201" y="758952"/>
            <a:ext cx="4246180" cy="424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49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1C3E074-29A0-F1F9-EA1B-0E779084A59D}"/>
              </a:ext>
            </a:extLst>
          </p:cNvPr>
          <p:cNvCxnSpPr>
            <a:stCxn id="5" idx="0"/>
          </p:cNvCxnSpPr>
          <p:nvPr/>
        </p:nvCxnSpPr>
        <p:spPr>
          <a:xfrm flipV="1">
            <a:off x="2422525" y="4893256"/>
            <a:ext cx="0" cy="6151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B49F4D6-18AD-05CB-1A3F-DE53C1D36008}"/>
              </a:ext>
            </a:extLst>
          </p:cNvPr>
          <p:cNvCxnSpPr>
            <a:stCxn id="9" idx="0"/>
          </p:cNvCxnSpPr>
          <p:nvPr/>
        </p:nvCxnSpPr>
        <p:spPr>
          <a:xfrm flipV="1">
            <a:off x="4462462" y="4893256"/>
            <a:ext cx="0" cy="6151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CF2F673-F8E2-A7DC-1F96-3D8462A6F3F1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6502400" y="4893256"/>
            <a:ext cx="0" cy="6151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4C7CE7B8-83AF-5369-E4F8-06630BE1FEC8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8528050" y="4893256"/>
            <a:ext cx="0" cy="6151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0256EAEA-9385-B100-4E04-2AB67D2E4F59}"/>
              </a:ext>
            </a:extLst>
          </p:cNvPr>
          <p:cNvCxnSpPr>
            <a:stCxn id="6" idx="0"/>
          </p:cNvCxnSpPr>
          <p:nvPr/>
        </p:nvCxnSpPr>
        <p:spPr>
          <a:xfrm flipV="1">
            <a:off x="10582275" y="4893256"/>
            <a:ext cx="0" cy="6151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624AC13-0371-3D42-A729-8DB8BE45B390}"/>
              </a:ext>
            </a:extLst>
          </p:cNvPr>
          <p:cNvCxnSpPr>
            <a:stCxn id="4" idx="0"/>
            <a:endCxn id="2" idx="2"/>
          </p:cNvCxnSpPr>
          <p:nvPr/>
        </p:nvCxnSpPr>
        <p:spPr>
          <a:xfrm flipV="1">
            <a:off x="6502400" y="3708400"/>
            <a:ext cx="0" cy="6601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AE6DCC60-A4B8-41E8-DBB2-784E1BA89C0F}"/>
              </a:ext>
            </a:extLst>
          </p:cNvPr>
          <p:cNvCxnSpPr>
            <a:cxnSpLocks/>
          </p:cNvCxnSpPr>
          <p:nvPr/>
        </p:nvCxnSpPr>
        <p:spPr>
          <a:xfrm flipV="1">
            <a:off x="5124450" y="1383718"/>
            <a:ext cx="0" cy="4514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2049EF19-CEA1-5C79-8B01-61EAFDBC58CA}"/>
              </a:ext>
            </a:extLst>
          </p:cNvPr>
          <p:cNvCxnSpPr>
            <a:cxnSpLocks/>
          </p:cNvCxnSpPr>
          <p:nvPr/>
        </p:nvCxnSpPr>
        <p:spPr>
          <a:xfrm flipV="1">
            <a:off x="6673850" y="1383718"/>
            <a:ext cx="0" cy="4514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02040BD8-BEAC-30F3-289C-5FE6B52BA800}"/>
              </a:ext>
            </a:extLst>
          </p:cNvPr>
          <p:cNvCxnSpPr>
            <a:cxnSpLocks/>
          </p:cNvCxnSpPr>
          <p:nvPr/>
        </p:nvCxnSpPr>
        <p:spPr>
          <a:xfrm flipV="1">
            <a:off x="8223250" y="1383718"/>
            <a:ext cx="0" cy="4514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75D1E961-FBA0-2C09-3090-D0F29AAF9018}"/>
              </a:ext>
            </a:extLst>
          </p:cNvPr>
          <p:cNvSpPr/>
          <p:nvPr/>
        </p:nvSpPr>
        <p:spPr>
          <a:xfrm>
            <a:off x="1663700" y="1835150"/>
            <a:ext cx="9677400" cy="1873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PE" sz="2400" b="1" dirty="0">
                <a:solidFill>
                  <a:schemeClr val="tx1"/>
                </a:solidFill>
              </a:rPr>
              <a:t>       Plataformas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2BA170-E2A9-BB98-FDB6-B2134234B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403" y="2567344"/>
            <a:ext cx="4995047" cy="96333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60D694C-F04C-0F99-E885-F0E1E5414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302" y="2294200"/>
            <a:ext cx="3539438" cy="135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E856D78-9806-B2D2-FC1B-7140EE580CD5}"/>
              </a:ext>
            </a:extLst>
          </p:cNvPr>
          <p:cNvSpPr/>
          <p:nvPr/>
        </p:nvSpPr>
        <p:spPr>
          <a:xfrm>
            <a:off x="1663700" y="4368573"/>
            <a:ext cx="9677400" cy="524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chemeClr val="tx1"/>
                </a:solidFill>
              </a:rPr>
              <a:t>     Servidores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37647E7-5853-C2C1-E225-4A5E578D2CC6}"/>
              </a:ext>
            </a:extLst>
          </p:cNvPr>
          <p:cNvSpPr/>
          <p:nvPr/>
        </p:nvSpPr>
        <p:spPr>
          <a:xfrm>
            <a:off x="1663700" y="5508399"/>
            <a:ext cx="1517650" cy="524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chemeClr val="tx1"/>
                </a:solidFill>
              </a:rPr>
              <a:t>SST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4FB9A06-730B-F0EC-6E3C-3035210C1938}"/>
              </a:ext>
            </a:extLst>
          </p:cNvPr>
          <p:cNvSpPr/>
          <p:nvPr/>
        </p:nvSpPr>
        <p:spPr>
          <a:xfrm>
            <a:off x="9823450" y="5508399"/>
            <a:ext cx="1517650" cy="524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chemeClr val="tx1"/>
                </a:solidFill>
              </a:rPr>
              <a:t>Altitud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9206EE3-8A47-3CB6-1F9D-15CA88E63354}"/>
              </a:ext>
            </a:extLst>
          </p:cNvPr>
          <p:cNvSpPr/>
          <p:nvPr/>
        </p:nvSpPr>
        <p:spPr>
          <a:xfrm>
            <a:off x="5743575" y="5508399"/>
            <a:ext cx="1517650" cy="524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chemeClr val="tx1"/>
                </a:solidFill>
              </a:rPr>
              <a:t>SSH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B100C9A-2F51-03DB-199E-37990639207F}"/>
              </a:ext>
            </a:extLst>
          </p:cNvPr>
          <p:cNvSpPr/>
          <p:nvPr/>
        </p:nvSpPr>
        <p:spPr>
          <a:xfrm>
            <a:off x="7783512" y="5508399"/>
            <a:ext cx="1517650" cy="524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err="1">
                <a:solidFill>
                  <a:schemeClr val="tx1"/>
                </a:solidFill>
              </a:rPr>
              <a:t>Chl</a:t>
            </a:r>
            <a:r>
              <a:rPr lang="es-PE" sz="2400" b="1" dirty="0">
                <a:solidFill>
                  <a:schemeClr val="tx1"/>
                </a:solidFill>
              </a:rPr>
              <a:t>-a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4BAA6FE-2617-E018-26F9-4E9762CF9BBF}"/>
              </a:ext>
            </a:extLst>
          </p:cNvPr>
          <p:cNvSpPr/>
          <p:nvPr/>
        </p:nvSpPr>
        <p:spPr>
          <a:xfrm>
            <a:off x="3703637" y="5508398"/>
            <a:ext cx="1517650" cy="524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chemeClr val="tx1"/>
                </a:solidFill>
              </a:rPr>
              <a:t>SSS</a:t>
            </a:r>
          </a:p>
        </p:txBody>
      </p:sp>
      <p:pic>
        <p:nvPicPr>
          <p:cNvPr id="11" name="Gráfico 10" descr="Portátil con relleno sólido">
            <a:extLst>
              <a:ext uri="{FF2B5EF4-FFF2-40B4-BE49-F238E27FC236}">
                <a16:creationId xmlns:a16="http://schemas.microsoft.com/office/drawing/2014/main" id="{31B9C75B-84C1-50E7-ACE8-ADC655D1E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6650" y="469318"/>
            <a:ext cx="914400" cy="914400"/>
          </a:xfrm>
          <a:prstGeom prst="rect">
            <a:avLst/>
          </a:prstGeom>
        </p:spPr>
      </p:pic>
      <p:pic>
        <p:nvPicPr>
          <p:cNvPr id="13" name="Gráfico 12" descr="Ordenador con relleno sólido">
            <a:extLst>
              <a:ext uri="{FF2B5EF4-FFF2-40B4-BE49-F238E27FC236}">
                <a16:creationId xmlns:a16="http://schemas.microsoft.com/office/drawing/2014/main" id="{637D418C-3826-B3AA-CAFE-413032F7B4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2487" y="469318"/>
            <a:ext cx="914400" cy="914400"/>
          </a:xfrm>
          <a:prstGeom prst="rect">
            <a:avLst/>
          </a:prstGeom>
        </p:spPr>
      </p:pic>
      <p:pic>
        <p:nvPicPr>
          <p:cNvPr id="15" name="Gráfico 14" descr="Smartphone con relleno sólido">
            <a:extLst>
              <a:ext uri="{FF2B5EF4-FFF2-40B4-BE49-F238E27FC236}">
                <a16:creationId xmlns:a16="http://schemas.microsoft.com/office/drawing/2014/main" id="{25B0E7CB-49DE-67DC-89D9-F2B8031134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70812" y="469318"/>
            <a:ext cx="914400" cy="9144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26EF7E2A-6EDF-A33C-A9EB-654C4AABD4B2}"/>
              </a:ext>
            </a:extLst>
          </p:cNvPr>
          <p:cNvSpPr txBox="1"/>
          <p:nvPr/>
        </p:nvSpPr>
        <p:spPr>
          <a:xfrm>
            <a:off x="3286125" y="745741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Usuarios</a:t>
            </a:r>
          </a:p>
        </p:txBody>
      </p:sp>
      <p:pic>
        <p:nvPicPr>
          <p:cNvPr id="36" name="Gráfico 35" descr="Servidor con relleno sólido">
            <a:extLst>
              <a:ext uri="{FF2B5EF4-FFF2-40B4-BE49-F238E27FC236}">
                <a16:creationId xmlns:a16="http://schemas.microsoft.com/office/drawing/2014/main" id="{CE83B24F-EE8D-B83B-C431-E9A0C69255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63700" y="1832783"/>
            <a:ext cx="571498" cy="571498"/>
          </a:xfrm>
          <a:prstGeom prst="rect">
            <a:avLst/>
          </a:prstGeom>
        </p:spPr>
      </p:pic>
      <p:pic>
        <p:nvPicPr>
          <p:cNvPr id="38" name="Gráfico 37" descr="Base de datos con relleno sólido">
            <a:extLst>
              <a:ext uri="{FF2B5EF4-FFF2-40B4-BE49-F238E27FC236}">
                <a16:creationId xmlns:a16="http://schemas.microsoft.com/office/drawing/2014/main" id="{D14AD44B-DA05-3CA9-6F53-157002AD03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16322" y="4348263"/>
            <a:ext cx="565302" cy="565302"/>
          </a:xfrm>
          <a:prstGeom prst="rect">
            <a:avLst/>
          </a:prstGeom>
        </p:spPr>
      </p:pic>
      <p:sp>
        <p:nvSpPr>
          <p:cNvPr id="40" name="CuadroTexto 39">
            <a:extLst>
              <a:ext uri="{FF2B5EF4-FFF2-40B4-BE49-F238E27FC236}">
                <a16:creationId xmlns:a16="http://schemas.microsoft.com/office/drawing/2014/main" id="{3E83A938-F5D6-8DC7-F0F9-BB54BB9268BD}"/>
              </a:ext>
            </a:extLst>
          </p:cNvPr>
          <p:cNvSpPr txBox="1"/>
          <p:nvPr/>
        </p:nvSpPr>
        <p:spPr>
          <a:xfrm>
            <a:off x="481136" y="5570684"/>
            <a:ext cx="1060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Fuentes</a:t>
            </a:r>
          </a:p>
        </p:txBody>
      </p:sp>
    </p:spTree>
    <p:extLst>
      <p:ext uri="{BB962C8B-B14F-4D97-AF65-F5344CB8AC3E}">
        <p14:creationId xmlns:p14="http://schemas.microsoft.com/office/powerpoint/2010/main" val="98179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2BA170-E2A9-BB98-FDB6-B2134234B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-6350"/>
            <a:ext cx="4995047" cy="96333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EC8A9E8-70CA-2DA9-5C6E-AD4F8B73F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3760"/>
            <a:ext cx="4988697" cy="530544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CE7A68B-58BC-FB0D-EABB-CDB2FABC63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20"/>
          <a:stretch/>
        </p:blipFill>
        <p:spPr>
          <a:xfrm>
            <a:off x="6016838" y="273050"/>
            <a:ext cx="5373223" cy="549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2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2BA170-E2A9-BB98-FDB6-B2134234B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-6350"/>
            <a:ext cx="4995047" cy="96333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9BBDA7D-E6D7-42E2-BCCA-DE2769C20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956980"/>
            <a:ext cx="3453293" cy="536761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6B23D37-F029-0AE4-54AA-12CDFEC1C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091" y="1593850"/>
            <a:ext cx="3115728" cy="3111500"/>
          </a:xfrm>
          <a:prstGeom prst="rect">
            <a:avLst/>
          </a:prstGeom>
        </p:spPr>
      </p:pic>
      <p:pic>
        <p:nvPicPr>
          <p:cNvPr id="7" name="Imagen 6">
            <a:hlinkClick r:id="rId5"/>
            <a:extLst>
              <a:ext uri="{FF2B5EF4-FFF2-40B4-BE49-F238E27FC236}">
                <a16:creationId xmlns:a16="http://schemas.microsoft.com/office/drawing/2014/main" id="{B4021EAB-5487-52EB-4EB7-29D6954AC5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93760"/>
            <a:ext cx="4988697" cy="530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82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0848474-C100-9491-5E41-68640B419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250"/>
            <a:ext cx="6903862" cy="521797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CEB0BDF-53AE-56B3-1FB1-021B17BC6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082" y="454250"/>
            <a:ext cx="5202918" cy="553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8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C5773-F80D-734A-E4A7-4813E95ADF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/>
              <a:t>Análisis espacial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8A601D-1E59-30AC-12B3-A4CDF5A4A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911562"/>
          </a:xfrm>
        </p:spPr>
        <p:txBody>
          <a:bodyPr>
            <a:normAutofit/>
          </a:bodyPr>
          <a:lstStyle/>
          <a:p>
            <a:r>
              <a:rPr lang="es-PE" dirty="0">
                <a:latin typeface="+mn-lt"/>
              </a:rPr>
              <a:t>Archivos </a:t>
            </a:r>
            <a:r>
              <a:rPr lang="es-PE" b="1" dirty="0" err="1"/>
              <a:t>NetCDF</a:t>
            </a:r>
            <a:endParaRPr lang="es-P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FD630A9-0B04-1783-3372-EA3647A53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201" y="758952"/>
            <a:ext cx="4246180" cy="424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83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521B0F2E-A096-7D17-CCF3-02E3A6C9D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4" y="749300"/>
            <a:ext cx="6349206" cy="489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4F5CBCF-C142-D4DD-9448-1480A1EB79B0}"/>
              </a:ext>
            </a:extLst>
          </p:cNvPr>
          <p:cNvSpPr txBox="1"/>
          <p:nvPr/>
        </p:nvSpPr>
        <p:spPr>
          <a:xfrm rot="16200000">
            <a:off x="-520928" y="4812148"/>
            <a:ext cx="1333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800" dirty="0"/>
              <a:t>Fuente: ritubiology.com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EA6B97-D7F8-73B0-7D4A-22E5754205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760" t="32042" r="40990" b="31251"/>
          <a:stretch/>
        </p:blipFill>
        <p:spPr bwMode="auto">
          <a:xfrm>
            <a:off x="2921000" y="3246159"/>
            <a:ext cx="3200400" cy="2013922"/>
          </a:xfrm>
          <a:prstGeom prst="rect">
            <a:avLst/>
          </a:prstGeom>
          <a:noFill/>
          <a:scene3d>
            <a:camera prst="orthographicFront">
              <a:rot lat="18497370" lon="3227779" rev="18780136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2F5CBBAD-E46D-2AA1-B84C-A2D05BDD84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760" t="32042" r="40990" b="31251"/>
          <a:stretch/>
        </p:blipFill>
        <p:spPr bwMode="auto">
          <a:xfrm>
            <a:off x="2921000" y="1504950"/>
            <a:ext cx="3200400" cy="2013922"/>
          </a:xfrm>
          <a:prstGeom prst="rect">
            <a:avLst/>
          </a:prstGeom>
          <a:noFill/>
          <a:scene3d>
            <a:camera prst="orthographicFront">
              <a:rot lat="18497370" lon="3227779" rev="18780136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94189ED1-F84A-84ED-E2D0-E00A872C3E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760" t="32042" r="40990" b="31251"/>
          <a:stretch/>
        </p:blipFill>
        <p:spPr bwMode="auto">
          <a:xfrm>
            <a:off x="2901950" y="850900"/>
            <a:ext cx="3200400" cy="2013922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18497370" lon="3227779" rev="18780136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0DA4875-C64F-467A-7EC0-E11CCAF6B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760" t="32042" r="40990" b="31251"/>
          <a:stretch/>
        </p:blipFill>
        <p:spPr bwMode="auto">
          <a:xfrm>
            <a:off x="2921000" y="2613511"/>
            <a:ext cx="3200400" cy="2013922"/>
          </a:xfrm>
          <a:prstGeom prst="rect">
            <a:avLst/>
          </a:prstGeom>
          <a:noFill/>
          <a:scene3d>
            <a:camera prst="orthographicFront">
              <a:rot lat="18497370" lon="3227779" rev="18780136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D9DE6AD-DB3E-6F85-5C60-D5343B7E06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760" t="32042" r="40990" b="31251"/>
          <a:stretch/>
        </p:blipFill>
        <p:spPr bwMode="auto">
          <a:xfrm>
            <a:off x="2882900" y="596900"/>
            <a:ext cx="3200400" cy="2013922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18497370" lon="3227779" rev="18780136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E5B394B-6E64-551F-5780-A594595B5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2709" y="1483249"/>
            <a:ext cx="3061998" cy="2298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7D4D5A9-840D-0B25-1D00-73567A9BA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407" y="1622612"/>
            <a:ext cx="3061998" cy="2298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8029417-AF44-54D9-8C7E-364D8CF5D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909" y="1761975"/>
            <a:ext cx="3061998" cy="2298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363B21C-4B0D-B79D-E4F1-984E19256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607" y="1901338"/>
            <a:ext cx="3061998" cy="2298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41E70DE-1535-60D3-6C3B-8F30CAD40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207" y="2034688"/>
            <a:ext cx="3061998" cy="22986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5F656F8-578C-3679-94A8-0DE0780BB349}"/>
              </a:ext>
            </a:extLst>
          </p:cNvPr>
          <p:cNvSpPr txBox="1"/>
          <p:nvPr/>
        </p:nvSpPr>
        <p:spPr>
          <a:xfrm rot="18992147">
            <a:off x="5267471" y="1469527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Depth=0 m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653A8F-7C24-A348-CA08-558DA3948736}"/>
              </a:ext>
            </a:extLst>
          </p:cNvPr>
          <p:cNvSpPr txBox="1"/>
          <p:nvPr/>
        </p:nvSpPr>
        <p:spPr>
          <a:xfrm rot="18992147">
            <a:off x="5215222" y="1745236"/>
            <a:ext cx="11544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Depth=200 m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A4B2AA0-E87F-7255-F3B2-EC98DF6DE23F}"/>
              </a:ext>
            </a:extLst>
          </p:cNvPr>
          <p:cNvSpPr txBox="1"/>
          <p:nvPr/>
        </p:nvSpPr>
        <p:spPr>
          <a:xfrm rot="18992147">
            <a:off x="5201432" y="2390763"/>
            <a:ext cx="1233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Depth=1000 m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49CEDF1-59EC-B5A5-F078-34D87CD0ED0D}"/>
              </a:ext>
            </a:extLst>
          </p:cNvPr>
          <p:cNvSpPr txBox="1"/>
          <p:nvPr/>
        </p:nvSpPr>
        <p:spPr>
          <a:xfrm rot="18992147">
            <a:off x="5185649" y="3494666"/>
            <a:ext cx="12698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Depth=4000 m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4B448E6-39F3-18E7-06B5-55B977FA3F7E}"/>
              </a:ext>
            </a:extLst>
          </p:cNvPr>
          <p:cNvSpPr txBox="1"/>
          <p:nvPr/>
        </p:nvSpPr>
        <p:spPr>
          <a:xfrm rot="18992147">
            <a:off x="5206302" y="4097921"/>
            <a:ext cx="1276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/>
              <a:t>Depth=6000 m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6D3D6C6-20B7-31ED-F648-583FA186B439}"/>
              </a:ext>
            </a:extLst>
          </p:cNvPr>
          <p:cNvSpPr txBox="1"/>
          <p:nvPr/>
        </p:nvSpPr>
        <p:spPr>
          <a:xfrm>
            <a:off x="10480862" y="4260688"/>
            <a:ext cx="6495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Depth=0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70E4E65-FA90-89F7-7359-9D5C7B8BB7C7}"/>
              </a:ext>
            </a:extLst>
          </p:cNvPr>
          <p:cNvSpPr txBox="1"/>
          <p:nvPr/>
        </p:nvSpPr>
        <p:spPr>
          <a:xfrm>
            <a:off x="10633262" y="4128131"/>
            <a:ext cx="7922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Depth=200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266CD20-6181-25AC-193B-8714D072675F}"/>
              </a:ext>
            </a:extLst>
          </p:cNvPr>
          <p:cNvSpPr txBox="1"/>
          <p:nvPr/>
        </p:nvSpPr>
        <p:spPr>
          <a:xfrm>
            <a:off x="10781693" y="3986050"/>
            <a:ext cx="8499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Depth=1000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ED21AED-B095-F16C-6526-20B0BF54900C}"/>
              </a:ext>
            </a:extLst>
          </p:cNvPr>
          <p:cNvSpPr txBox="1"/>
          <p:nvPr/>
        </p:nvSpPr>
        <p:spPr>
          <a:xfrm>
            <a:off x="10938062" y="3843969"/>
            <a:ext cx="8803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Depth=4000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A2F0343-4CC2-930D-AA32-1F8A9FC2056B}"/>
              </a:ext>
            </a:extLst>
          </p:cNvPr>
          <p:cNvSpPr txBox="1"/>
          <p:nvPr/>
        </p:nvSpPr>
        <p:spPr>
          <a:xfrm>
            <a:off x="11086493" y="3704269"/>
            <a:ext cx="8835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Depth=6000</a:t>
            </a:r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E2DB3544-CB99-5079-9BC5-F182714C05A5}"/>
              </a:ext>
            </a:extLst>
          </p:cNvPr>
          <p:cNvSpPr/>
          <p:nvPr/>
        </p:nvSpPr>
        <p:spPr>
          <a:xfrm>
            <a:off x="6732846" y="2710727"/>
            <a:ext cx="514350" cy="4846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Cerrar llave 28">
            <a:extLst>
              <a:ext uri="{FF2B5EF4-FFF2-40B4-BE49-F238E27FC236}">
                <a16:creationId xmlns:a16="http://schemas.microsoft.com/office/drawing/2014/main" id="{B50F652E-1EBC-0A6E-3B40-B65C84E3BF25}"/>
              </a:ext>
            </a:extLst>
          </p:cNvPr>
          <p:cNvSpPr/>
          <p:nvPr/>
        </p:nvSpPr>
        <p:spPr>
          <a:xfrm rot="5400000">
            <a:off x="9311227" y="2722971"/>
            <a:ext cx="114444" cy="3927840"/>
          </a:xfrm>
          <a:prstGeom prst="rightBrace">
            <a:avLst>
              <a:gd name="adj1" fmla="val 73692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F4DAE1E-6DD1-2D16-5757-799FFE0AAB47}"/>
              </a:ext>
            </a:extLst>
          </p:cNvPr>
          <p:cNvSpPr txBox="1"/>
          <p:nvPr/>
        </p:nvSpPr>
        <p:spPr>
          <a:xfrm>
            <a:off x="8695027" y="4830330"/>
            <a:ext cx="1346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Arreglo 3d </a:t>
            </a:r>
            <a:br>
              <a:rPr lang="es-PE" dirty="0"/>
            </a:br>
            <a:r>
              <a:rPr lang="es-PE" dirty="0"/>
              <a:t>(3D-array)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C4B5670-A3BD-F966-F811-263FDD862248}"/>
              </a:ext>
            </a:extLst>
          </p:cNvPr>
          <p:cNvSpPr txBox="1"/>
          <p:nvPr/>
        </p:nvSpPr>
        <p:spPr>
          <a:xfrm>
            <a:off x="3972817" y="735068"/>
            <a:ext cx="223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 err="1"/>
              <a:t>Longitude-Latitude</a:t>
            </a:r>
            <a:endParaRPr lang="es-PE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A31D56A-4CE5-7625-072B-8B70790DBB38}"/>
              </a:ext>
            </a:extLst>
          </p:cNvPr>
          <p:cNvSpPr txBox="1"/>
          <p:nvPr/>
        </p:nvSpPr>
        <p:spPr>
          <a:xfrm>
            <a:off x="8207610" y="735068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 err="1"/>
              <a:t>Longitude</a:t>
            </a:r>
            <a:r>
              <a:rPr lang="es-PE" dirty="0"/>
              <a:t>-</a:t>
            </a:r>
            <a:r>
              <a:rPr lang="es-PE" dirty="0" err="1"/>
              <a:t>Latitude</a:t>
            </a:r>
            <a:r>
              <a:rPr lang="es-PE" dirty="0"/>
              <a:t>-Depth</a:t>
            </a:r>
          </a:p>
        </p:txBody>
      </p:sp>
    </p:spTree>
    <p:extLst>
      <p:ext uri="{BB962C8B-B14F-4D97-AF65-F5344CB8AC3E}">
        <p14:creationId xmlns:p14="http://schemas.microsoft.com/office/powerpoint/2010/main" val="41827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FE5B394B-6E64-551F-5780-A594595B5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29" y="1483249"/>
            <a:ext cx="3061998" cy="2298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7D4D5A9-840D-0B25-1D00-73567A9BA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27" y="1622612"/>
            <a:ext cx="3061998" cy="2298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8029417-AF44-54D9-8C7E-364D8CF5D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29" y="1761975"/>
            <a:ext cx="3061998" cy="2298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363B21C-4B0D-B79D-E4F1-984E19256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27" y="1901338"/>
            <a:ext cx="3061998" cy="2298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41E70DE-1535-60D3-6C3B-8F30CAD4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27" y="2034688"/>
            <a:ext cx="3061998" cy="22986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76D3D6C6-20B7-31ED-F648-583FA186B439}"/>
              </a:ext>
            </a:extLst>
          </p:cNvPr>
          <p:cNvSpPr txBox="1"/>
          <p:nvPr/>
        </p:nvSpPr>
        <p:spPr>
          <a:xfrm>
            <a:off x="3211382" y="4260688"/>
            <a:ext cx="6495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Depth=0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70E4E65-FA90-89F7-7359-9D5C7B8BB7C7}"/>
              </a:ext>
            </a:extLst>
          </p:cNvPr>
          <p:cNvSpPr txBox="1"/>
          <p:nvPr/>
        </p:nvSpPr>
        <p:spPr>
          <a:xfrm>
            <a:off x="3363782" y="4128131"/>
            <a:ext cx="7922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Depth=200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266CD20-6181-25AC-193B-8714D072675F}"/>
              </a:ext>
            </a:extLst>
          </p:cNvPr>
          <p:cNvSpPr txBox="1"/>
          <p:nvPr/>
        </p:nvSpPr>
        <p:spPr>
          <a:xfrm>
            <a:off x="3512213" y="3986050"/>
            <a:ext cx="8499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Depth=1000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ED21AED-B095-F16C-6526-20B0BF54900C}"/>
              </a:ext>
            </a:extLst>
          </p:cNvPr>
          <p:cNvSpPr txBox="1"/>
          <p:nvPr/>
        </p:nvSpPr>
        <p:spPr>
          <a:xfrm>
            <a:off x="3668582" y="3843969"/>
            <a:ext cx="8803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Depth=4000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A2F0343-4CC2-930D-AA32-1F8A9FC2056B}"/>
              </a:ext>
            </a:extLst>
          </p:cNvPr>
          <p:cNvSpPr txBox="1"/>
          <p:nvPr/>
        </p:nvSpPr>
        <p:spPr>
          <a:xfrm>
            <a:off x="3817013" y="3704269"/>
            <a:ext cx="8835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Depth=6000</a:t>
            </a:r>
          </a:p>
        </p:txBody>
      </p:sp>
      <p:sp>
        <p:nvSpPr>
          <p:cNvPr id="29" name="Cerrar llave 28">
            <a:extLst>
              <a:ext uri="{FF2B5EF4-FFF2-40B4-BE49-F238E27FC236}">
                <a16:creationId xmlns:a16="http://schemas.microsoft.com/office/drawing/2014/main" id="{B50F652E-1EBC-0A6E-3B40-B65C84E3BF25}"/>
              </a:ext>
            </a:extLst>
          </p:cNvPr>
          <p:cNvSpPr/>
          <p:nvPr/>
        </p:nvSpPr>
        <p:spPr>
          <a:xfrm rot="5400000">
            <a:off x="2041747" y="2722971"/>
            <a:ext cx="114444" cy="3927840"/>
          </a:xfrm>
          <a:prstGeom prst="rightBrace">
            <a:avLst>
              <a:gd name="adj1" fmla="val 73692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F4DAE1E-6DD1-2D16-5757-799FFE0AAB47}"/>
              </a:ext>
            </a:extLst>
          </p:cNvPr>
          <p:cNvSpPr txBox="1"/>
          <p:nvPr/>
        </p:nvSpPr>
        <p:spPr>
          <a:xfrm>
            <a:off x="1425547" y="4830330"/>
            <a:ext cx="1346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Arreglo 3d </a:t>
            </a:r>
            <a:br>
              <a:rPr lang="es-PE" dirty="0"/>
            </a:br>
            <a:r>
              <a:rPr lang="es-PE" dirty="0"/>
              <a:t>(3D-array)</a:t>
            </a:r>
          </a:p>
        </p:txBody>
      </p:sp>
    </p:spTree>
    <p:extLst>
      <p:ext uri="{BB962C8B-B14F-4D97-AF65-F5344CB8AC3E}">
        <p14:creationId xmlns:p14="http://schemas.microsoft.com/office/powerpoint/2010/main" val="2762874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:a16="http://schemas.microsoft.com/office/drawing/2014/main" id="{76D3D6C6-20B7-31ED-F648-583FA186B439}"/>
              </a:ext>
            </a:extLst>
          </p:cNvPr>
          <p:cNvSpPr txBox="1"/>
          <p:nvPr/>
        </p:nvSpPr>
        <p:spPr>
          <a:xfrm>
            <a:off x="3211382" y="4260688"/>
            <a:ext cx="6495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Depth=0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70E4E65-FA90-89F7-7359-9D5C7B8BB7C7}"/>
              </a:ext>
            </a:extLst>
          </p:cNvPr>
          <p:cNvSpPr txBox="1"/>
          <p:nvPr/>
        </p:nvSpPr>
        <p:spPr>
          <a:xfrm>
            <a:off x="3363782" y="4128131"/>
            <a:ext cx="7922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Depth=200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266CD20-6181-25AC-193B-8714D072675F}"/>
              </a:ext>
            </a:extLst>
          </p:cNvPr>
          <p:cNvSpPr txBox="1"/>
          <p:nvPr/>
        </p:nvSpPr>
        <p:spPr>
          <a:xfrm>
            <a:off x="3512213" y="3986050"/>
            <a:ext cx="8499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Depth=1000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ED21AED-B095-F16C-6526-20B0BF54900C}"/>
              </a:ext>
            </a:extLst>
          </p:cNvPr>
          <p:cNvSpPr txBox="1"/>
          <p:nvPr/>
        </p:nvSpPr>
        <p:spPr>
          <a:xfrm>
            <a:off x="3668582" y="3843969"/>
            <a:ext cx="8803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Depth=4000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A2F0343-4CC2-930D-AA32-1F8A9FC2056B}"/>
              </a:ext>
            </a:extLst>
          </p:cNvPr>
          <p:cNvSpPr txBox="1"/>
          <p:nvPr/>
        </p:nvSpPr>
        <p:spPr>
          <a:xfrm>
            <a:off x="3817013" y="3704269"/>
            <a:ext cx="8835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Depth=6000</a:t>
            </a:r>
          </a:p>
        </p:txBody>
      </p:sp>
      <p:sp>
        <p:nvSpPr>
          <p:cNvPr id="29" name="Cerrar llave 28">
            <a:extLst>
              <a:ext uri="{FF2B5EF4-FFF2-40B4-BE49-F238E27FC236}">
                <a16:creationId xmlns:a16="http://schemas.microsoft.com/office/drawing/2014/main" id="{B50F652E-1EBC-0A6E-3B40-B65C84E3BF25}"/>
              </a:ext>
            </a:extLst>
          </p:cNvPr>
          <p:cNvSpPr/>
          <p:nvPr/>
        </p:nvSpPr>
        <p:spPr>
          <a:xfrm rot="5400000">
            <a:off x="2041747" y="2722971"/>
            <a:ext cx="114444" cy="3927840"/>
          </a:xfrm>
          <a:prstGeom prst="rightBrace">
            <a:avLst>
              <a:gd name="adj1" fmla="val 73692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F4DAE1E-6DD1-2D16-5757-799FFE0AAB47}"/>
              </a:ext>
            </a:extLst>
          </p:cNvPr>
          <p:cNvSpPr txBox="1"/>
          <p:nvPr/>
        </p:nvSpPr>
        <p:spPr>
          <a:xfrm>
            <a:off x="1425547" y="4830330"/>
            <a:ext cx="1346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Arreglo 3d </a:t>
            </a:r>
            <a:br>
              <a:rPr lang="es-PE" dirty="0"/>
            </a:br>
            <a:r>
              <a:rPr lang="es-PE" dirty="0"/>
              <a:t>(3D-array)</a:t>
            </a:r>
          </a:p>
        </p:txBody>
      </p:sp>
      <p:pic>
        <p:nvPicPr>
          <p:cNvPr id="2050" name="Picture 2" descr="Word Calender Template - Customize and Print">
            <a:extLst>
              <a:ext uri="{FF2B5EF4-FFF2-40B4-BE49-F238E27FC236}">
                <a16:creationId xmlns:a16="http://schemas.microsoft.com/office/drawing/2014/main" id="{A875EBA6-7591-105F-42A1-3ED2C5E11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019" y="355268"/>
            <a:ext cx="7342981" cy="565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4D55E3C-48B7-6804-6939-7C35E497B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85" y="1471542"/>
            <a:ext cx="3698367" cy="287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8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ord Calender Template - Customize and Print">
            <a:extLst>
              <a:ext uri="{FF2B5EF4-FFF2-40B4-BE49-F238E27FC236}">
                <a16:creationId xmlns:a16="http://schemas.microsoft.com/office/drawing/2014/main" id="{A875EBA6-7591-105F-42A1-3ED2C5E11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019" y="355268"/>
            <a:ext cx="7342981" cy="565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2F4FCF6-3BEF-330E-3400-8B958C3C4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035" y="1521606"/>
            <a:ext cx="834948" cy="6500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DCAC4DC-372F-898A-A411-9AEEC5A13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562" y="1521606"/>
            <a:ext cx="834948" cy="6500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19ABFA9-519A-B5AF-B7F1-37B98A3BA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855" y="1521606"/>
            <a:ext cx="834948" cy="65009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39321F4-6AC0-1A0E-EBA9-FCC5CBEB2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6148" y="1521606"/>
            <a:ext cx="834948" cy="65009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C65082-D9D5-DBD9-A8F4-9D2619562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877" y="2314086"/>
            <a:ext cx="834948" cy="65009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2A1BF7A-013A-3C15-B7A1-7D9C13D35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449" y="2314086"/>
            <a:ext cx="834948" cy="65009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CC6D114-33F9-F25D-AF04-EB322D9FF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76" y="2314086"/>
            <a:ext cx="834948" cy="65009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75ACC60-C76C-DC58-3C24-C24A5BF7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269" y="2314086"/>
            <a:ext cx="834948" cy="65009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5D963A3-1DF7-B309-3BB5-036C43AE2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562" y="2314086"/>
            <a:ext cx="834948" cy="65009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63DA570-874A-2304-49B7-C073F6BDB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855" y="2314086"/>
            <a:ext cx="834948" cy="650094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3180E4F-3441-E755-B5F1-FD5EC841F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6148" y="2314086"/>
            <a:ext cx="834948" cy="650094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FC83D618-88B7-CD4C-848C-C6C0664D9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877" y="3116595"/>
            <a:ext cx="834948" cy="650094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98AE105-0893-D6E1-39B0-42DBADDF5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449" y="3116595"/>
            <a:ext cx="834948" cy="650094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4058B88D-36C6-3A57-5D94-B7377A292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76" y="3116595"/>
            <a:ext cx="834948" cy="650094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0CCCF423-65F7-51C9-A307-18C639657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269" y="3116595"/>
            <a:ext cx="834948" cy="650094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D71282CD-DD6F-4160-3FD5-6B26EF061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562" y="3116595"/>
            <a:ext cx="834948" cy="650094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B6B8229C-A81A-B4AA-418C-C9A223C4F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855" y="3116595"/>
            <a:ext cx="834948" cy="650094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708A787-2F1B-5E1D-4627-DA3B88168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6148" y="3116595"/>
            <a:ext cx="834948" cy="650094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FFA74043-552C-742A-C294-B56BC0A18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877" y="3919104"/>
            <a:ext cx="834948" cy="650094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6B7E3727-A5D6-F902-40F6-5826EEF8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449" y="3919104"/>
            <a:ext cx="834948" cy="650094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98921780-F1C1-79D9-CB87-37680DC01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76" y="3919104"/>
            <a:ext cx="834948" cy="650094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E9FFBFA2-2C6F-C449-3FDB-A76C8ADE8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269" y="3919104"/>
            <a:ext cx="834948" cy="650094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D39F3BE4-6E27-1DAF-C33B-7616E8D06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562" y="3919104"/>
            <a:ext cx="834948" cy="650094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48F82B14-94A4-DE82-89BB-158AB1599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855" y="3919104"/>
            <a:ext cx="834948" cy="650094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90FA237C-4628-6A6B-1406-8CCF32B26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6148" y="3919104"/>
            <a:ext cx="834948" cy="650094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59CD00B-14D8-F05D-A10C-C7205B089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877" y="4721613"/>
            <a:ext cx="834948" cy="650094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28A9E74A-0C30-7F11-86F8-D0911B818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449" y="4721613"/>
            <a:ext cx="834948" cy="650094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1D65A82C-7EEF-65AD-D7F3-396423177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76" y="4721613"/>
            <a:ext cx="834948" cy="650094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1D7AC930-E589-A2D9-AE29-3EA349996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269" y="4721613"/>
            <a:ext cx="834948" cy="650094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8C880824-472B-8539-6C4F-21CB35F13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562" y="4721613"/>
            <a:ext cx="834948" cy="650094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FA590746-571C-5E17-3F04-9C10F0A7C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508" y="1521606"/>
            <a:ext cx="834948" cy="65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44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5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5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95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5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15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25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35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45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2F4FCF6-3BEF-330E-3400-8B958C3C4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85" y="213506"/>
            <a:ext cx="834948" cy="6500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DCAC4DC-372F-898A-A411-9AEEC5A13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12" y="213506"/>
            <a:ext cx="834948" cy="6500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19ABFA9-519A-B5AF-B7F1-37B98A3BA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39" y="213506"/>
            <a:ext cx="834948" cy="65009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39321F4-6AC0-1A0E-EBA9-FCC5CBEB2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66" y="213506"/>
            <a:ext cx="834948" cy="65009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C65082-D9D5-DBD9-A8F4-9D2619562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8" y="1113936"/>
            <a:ext cx="834948" cy="65009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2A1BF7A-013A-3C15-B7A1-7D9C13D35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85" y="1113936"/>
            <a:ext cx="834948" cy="65009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CC6D114-33F9-F25D-AF04-EB322D9F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12" y="1113936"/>
            <a:ext cx="834948" cy="65009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75ACC60-C76C-DC58-3C24-C24A5BF73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39" y="1113936"/>
            <a:ext cx="834948" cy="65009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5D963A3-1DF7-B309-3BB5-036C43AE2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66" y="1113936"/>
            <a:ext cx="834948" cy="65009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63DA570-874A-2304-49B7-C073F6BD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8" y="2014366"/>
            <a:ext cx="834948" cy="650094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3180E4F-3441-E755-B5F1-FD5EC841F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85" y="2014366"/>
            <a:ext cx="834948" cy="650094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FC83D618-88B7-CD4C-848C-C6C0664D9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12" y="2014366"/>
            <a:ext cx="834948" cy="650094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98AE105-0893-D6E1-39B0-42DBADDF5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39" y="2014366"/>
            <a:ext cx="834948" cy="650094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4058B88D-36C6-3A57-5D94-B7377A292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66" y="2014366"/>
            <a:ext cx="834948" cy="650094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0CCCF423-65F7-51C9-A307-18C639657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8" y="2914796"/>
            <a:ext cx="834948" cy="650094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D71282CD-DD6F-4160-3FD5-6B26EF061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85" y="2914796"/>
            <a:ext cx="834948" cy="650094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B6B8229C-A81A-B4AA-418C-C9A223C4F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12" y="2914796"/>
            <a:ext cx="834948" cy="650094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708A787-2F1B-5E1D-4627-DA3B88168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39" y="2914796"/>
            <a:ext cx="834948" cy="650094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FFA74043-552C-742A-C294-B56BC0A18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66" y="2914796"/>
            <a:ext cx="834948" cy="650094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6B7E3727-A5D6-F902-40F6-5826EEF82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8" y="3815226"/>
            <a:ext cx="834948" cy="650094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98921780-F1C1-79D9-CB87-37680DC0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85" y="3815226"/>
            <a:ext cx="834948" cy="650094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E9FFBFA2-2C6F-C449-3FDB-A76C8ADE8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12" y="3815226"/>
            <a:ext cx="834948" cy="650094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D39F3BE4-6E27-1DAF-C33B-7616E8D06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39" y="3815226"/>
            <a:ext cx="834948" cy="650094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48F82B14-94A4-DE82-89BB-158AB1599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145" y="3815226"/>
            <a:ext cx="834948" cy="650094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90FA237C-4628-6A6B-1406-8CCF32B26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8" y="4715656"/>
            <a:ext cx="834948" cy="650094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C59CD00B-14D8-F05D-A10C-C7205B089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85" y="4715656"/>
            <a:ext cx="834948" cy="650094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28A9E74A-0C30-7F11-86F8-D0911B818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12" y="4715656"/>
            <a:ext cx="834948" cy="650094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1D65A82C-7EEF-65AD-D7F3-396423177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39" y="4715656"/>
            <a:ext cx="834948" cy="650094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1D7AC930-E589-A2D9-AE29-3EA349996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66" y="4715656"/>
            <a:ext cx="834948" cy="650094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8C880824-472B-8539-6C4F-21CB35F13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8" y="5616086"/>
            <a:ext cx="834948" cy="650094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FA590746-571C-5E17-3F04-9C10F0A7C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8" y="213506"/>
            <a:ext cx="834948" cy="650094"/>
          </a:xfrm>
          <a:prstGeom prst="rect">
            <a:avLst/>
          </a:prstGeom>
        </p:spPr>
      </p:pic>
      <p:sp>
        <p:nvSpPr>
          <p:cNvPr id="2" name="Cerrar llave 1">
            <a:extLst>
              <a:ext uri="{FF2B5EF4-FFF2-40B4-BE49-F238E27FC236}">
                <a16:creationId xmlns:a16="http://schemas.microsoft.com/office/drawing/2014/main" id="{F274771E-9BC1-E4CE-3372-C610D18E4F81}"/>
              </a:ext>
            </a:extLst>
          </p:cNvPr>
          <p:cNvSpPr/>
          <p:nvPr/>
        </p:nvSpPr>
        <p:spPr>
          <a:xfrm>
            <a:off x="5655549" y="212433"/>
            <a:ext cx="114444" cy="6048000"/>
          </a:xfrm>
          <a:prstGeom prst="rightBrace">
            <a:avLst>
              <a:gd name="adj1" fmla="val 73692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21DDF62-8498-9755-7ECB-A2BD823A4FD4}"/>
              </a:ext>
            </a:extLst>
          </p:cNvPr>
          <p:cNvSpPr txBox="1"/>
          <p:nvPr/>
        </p:nvSpPr>
        <p:spPr>
          <a:xfrm>
            <a:off x="5830782" y="2918559"/>
            <a:ext cx="1362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Arreglo 4d </a:t>
            </a:r>
            <a:br>
              <a:rPr lang="es-PE" dirty="0"/>
            </a:br>
            <a:r>
              <a:rPr lang="es-PE" dirty="0"/>
              <a:t>(4D-array)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5066E3-B301-77E7-66D2-808B86429813}"/>
              </a:ext>
            </a:extLst>
          </p:cNvPr>
          <p:cNvSpPr txBox="1"/>
          <p:nvPr/>
        </p:nvSpPr>
        <p:spPr>
          <a:xfrm>
            <a:off x="1563749" y="5731467"/>
            <a:ext cx="3595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 err="1"/>
              <a:t>Longitude</a:t>
            </a:r>
            <a:r>
              <a:rPr lang="es-PE" dirty="0"/>
              <a:t>-</a:t>
            </a:r>
            <a:r>
              <a:rPr lang="es-PE" dirty="0" err="1"/>
              <a:t>Latitude</a:t>
            </a:r>
            <a:r>
              <a:rPr lang="es-PE" dirty="0"/>
              <a:t>-Depth-Time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DAEC6D-C9B6-E9C1-9A21-CBBA7F72693A}"/>
              </a:ext>
            </a:extLst>
          </p:cNvPr>
          <p:cNvSpPr/>
          <p:nvPr/>
        </p:nvSpPr>
        <p:spPr>
          <a:xfrm>
            <a:off x="5777151" y="3679263"/>
            <a:ext cx="1818258" cy="441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b="1" dirty="0"/>
              <a:t>DIMENSIONES</a:t>
            </a:r>
          </a:p>
        </p:txBody>
      </p:sp>
    </p:spTree>
    <p:extLst>
      <p:ext uri="{BB962C8B-B14F-4D97-AF65-F5344CB8AC3E}">
        <p14:creationId xmlns:p14="http://schemas.microsoft.com/office/powerpoint/2010/main" val="610470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66CA3CC0-87EF-640C-66B5-629A038ACAD1}"/>
              </a:ext>
            </a:extLst>
          </p:cNvPr>
          <p:cNvSpPr/>
          <p:nvPr/>
        </p:nvSpPr>
        <p:spPr>
          <a:xfrm>
            <a:off x="2076450" y="1504950"/>
            <a:ext cx="7562850" cy="3644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9E651AA-ED3B-EADA-4F4A-EBA5772BE3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206622" y="2024561"/>
            <a:ext cx="2184066" cy="2509339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E7DEE64F-4E08-3603-EF8C-3F68CB8C30A2}"/>
              </a:ext>
            </a:extLst>
          </p:cNvPr>
          <p:cNvSpPr/>
          <p:nvPr/>
        </p:nvSpPr>
        <p:spPr>
          <a:xfrm>
            <a:off x="2206622" y="1612900"/>
            <a:ext cx="2184066" cy="3302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Temperatura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906785D-0F8B-2805-B168-EC12F096255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2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72022" y="2024561"/>
            <a:ext cx="2184066" cy="2509339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AFECE2A3-C282-7589-9FE9-C8973CF9CD60}"/>
              </a:ext>
            </a:extLst>
          </p:cNvPr>
          <p:cNvSpPr/>
          <p:nvPr/>
        </p:nvSpPr>
        <p:spPr>
          <a:xfrm>
            <a:off x="4772022" y="1612900"/>
            <a:ext cx="2184066" cy="33020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Salinidad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EF22239-74DC-D65C-5263-AD57DA13265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549E39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337422" y="2024561"/>
            <a:ext cx="2184066" cy="2509339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5A8CD044-40A3-D376-EAEE-A593FB5F2505}"/>
              </a:ext>
            </a:extLst>
          </p:cNvPr>
          <p:cNvSpPr/>
          <p:nvPr/>
        </p:nvSpPr>
        <p:spPr>
          <a:xfrm>
            <a:off x="7337422" y="1612900"/>
            <a:ext cx="2184066" cy="330200"/>
          </a:xfrm>
          <a:prstGeom prst="rect">
            <a:avLst/>
          </a:prstGeom>
          <a:ln>
            <a:solidFill>
              <a:srgbClr val="549E3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 err="1"/>
              <a:t>Chl</a:t>
            </a:r>
            <a:r>
              <a:rPr lang="es-PE" dirty="0"/>
              <a:t>-a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1224B38-58E3-C64D-EB0A-9DAC600D777F}"/>
              </a:ext>
            </a:extLst>
          </p:cNvPr>
          <p:cNvSpPr txBox="1"/>
          <p:nvPr/>
        </p:nvSpPr>
        <p:spPr>
          <a:xfrm>
            <a:off x="1982062" y="1162107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Archivo.nc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3D0BA34-7788-2996-D0E1-F623268D1ADB}"/>
              </a:ext>
            </a:extLst>
          </p:cNvPr>
          <p:cNvSpPr/>
          <p:nvPr/>
        </p:nvSpPr>
        <p:spPr>
          <a:xfrm>
            <a:off x="2228850" y="4647111"/>
            <a:ext cx="7245350" cy="4265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err="1">
                <a:solidFill>
                  <a:schemeClr val="tx1"/>
                </a:solidFill>
              </a:rPr>
              <a:t>Metadata</a:t>
            </a:r>
            <a:r>
              <a:rPr lang="es-PE" dirty="0">
                <a:solidFill>
                  <a:schemeClr val="tx1"/>
                </a:solidFill>
              </a:rPr>
              <a:t>: </a:t>
            </a:r>
            <a:r>
              <a:rPr lang="es-PE" dirty="0" err="1">
                <a:solidFill>
                  <a:schemeClr val="tx1"/>
                </a:solidFill>
              </a:rPr>
              <a:t>Info</a:t>
            </a:r>
            <a:r>
              <a:rPr lang="es-PE" dirty="0">
                <a:solidFill>
                  <a:schemeClr val="tx1"/>
                </a:solidFill>
              </a:rPr>
              <a:t> (Dimensiones + Variables + Fuentes + Unidades + …)</a:t>
            </a:r>
          </a:p>
        </p:txBody>
      </p:sp>
    </p:spTree>
    <p:extLst>
      <p:ext uri="{BB962C8B-B14F-4D97-AF65-F5344CB8AC3E}">
        <p14:creationId xmlns:p14="http://schemas.microsoft.com/office/powerpoint/2010/main" val="402289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3" grpId="0" animBg="1"/>
      <p:bldP spid="15" grpId="0" animBg="1"/>
      <p:bldP spid="22" grpId="0"/>
      <p:bldP spid="24" grpId="0" animBg="1"/>
    </p:bldLst>
  </p:timing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Personalizado 3">
      <a:majorFont>
        <a:latin typeface="Congenial Black"/>
        <a:ea typeface=""/>
        <a:cs typeface=""/>
      </a:majorFont>
      <a:minorFont>
        <a:latin typeface="Congenial"/>
        <a:ea typeface=""/>
        <a:cs typeface="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8816</TotalTime>
  <Words>138</Words>
  <Application>Microsoft Office PowerPoint</Application>
  <PresentationFormat>Panorámica</PresentationFormat>
  <Paragraphs>47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Congenial</vt:lpstr>
      <vt:lpstr>Congenial Black</vt:lpstr>
      <vt:lpstr>Retrospección</vt:lpstr>
      <vt:lpstr>Análisis espacial</vt:lpstr>
      <vt:lpstr>Presentación de PowerPoint</vt:lpstr>
      <vt:lpstr>Presentación de PowerPoint</vt:lpstr>
      <vt:lpstr>Presentación de PowerPoint</vt:lpstr>
      <vt:lpstr>Presentación de PowerPoint</vt:lpstr>
      <vt:lpstr>Análisis espacial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Wencheng</dc:creator>
  <cp:lastModifiedBy>Wencheng Lau-Medrano</cp:lastModifiedBy>
  <cp:revision>197</cp:revision>
  <dcterms:created xsi:type="dcterms:W3CDTF">2017-01-16T19:59:32Z</dcterms:created>
  <dcterms:modified xsi:type="dcterms:W3CDTF">2025-10-17T19:18:09Z</dcterms:modified>
</cp:coreProperties>
</file>